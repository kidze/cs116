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3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28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2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1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2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68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6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156AC-05D4-4546-87C0-3419DC292252}" type="datetimeFigureOut">
              <a:rPr lang="en-US" smtClean="0"/>
              <a:t>4/11/2016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58350-5220-45D0-AFD4-9FA6E4859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CS 116 Section </a:t>
            </a:r>
            <a:r>
              <a:rPr lang="en-US" sz="3200" dirty="0" smtClean="0"/>
              <a:t>4</a:t>
            </a:r>
          </a:p>
          <a:p>
            <a:r>
              <a:rPr lang="en-US" sz="3200" dirty="0" smtClean="0"/>
              <a:t>Deadline 04/28 11:59PM</a:t>
            </a:r>
            <a:endParaRPr lang="en-US" sz="3200" dirty="0"/>
          </a:p>
          <a:p>
            <a:r>
              <a:rPr lang="en-US" sz="3200" dirty="0" smtClean="0"/>
              <a:t>Points: 12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2636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Usage Simulation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Given A Power Grid and Appliances</a:t>
            </a:r>
            <a:endParaRPr lang="en-US" dirty="0" smtClean="0"/>
          </a:p>
          <a:p>
            <a:pPr lvl="1"/>
            <a:r>
              <a:rPr lang="en-US" dirty="0" smtClean="0"/>
              <a:t>A power grid with multiple locations</a:t>
            </a:r>
          </a:p>
          <a:p>
            <a:pPr lvl="1"/>
            <a:r>
              <a:rPr lang="en-US" dirty="0" smtClean="0"/>
              <a:t>Each locations has </a:t>
            </a:r>
            <a:r>
              <a:rPr lang="en-US" dirty="0" smtClean="0"/>
              <a:t>one </a:t>
            </a:r>
            <a:r>
              <a:rPr lang="en-US" dirty="0" smtClean="0"/>
              <a:t>or more appliances</a:t>
            </a:r>
          </a:p>
          <a:p>
            <a:pPr lvl="1"/>
            <a:r>
              <a:rPr lang="en-US" dirty="0" smtClean="0"/>
              <a:t>Appliances can be of two types:</a:t>
            </a:r>
          </a:p>
          <a:p>
            <a:pPr lvl="2"/>
            <a:r>
              <a:rPr lang="en-US" dirty="0" smtClean="0"/>
              <a:t>Regular </a:t>
            </a:r>
          </a:p>
          <a:p>
            <a:pPr lvl="2"/>
            <a:r>
              <a:rPr lang="en-US" dirty="0" smtClean="0"/>
              <a:t>Smart</a:t>
            </a:r>
          </a:p>
          <a:p>
            <a:pPr lvl="1"/>
            <a:r>
              <a:rPr lang="en-US" dirty="0" smtClean="0"/>
              <a:t>Each appliance has a certain power consumption rating (watts).</a:t>
            </a:r>
          </a:p>
          <a:p>
            <a:r>
              <a:rPr lang="en-US" dirty="0" smtClean="0"/>
              <a:t>Main objective:</a:t>
            </a:r>
          </a:p>
          <a:p>
            <a:pPr lvl="1"/>
            <a:r>
              <a:rPr lang="en-US" dirty="0" smtClean="0"/>
              <a:t>Design an algorithm to control power usage for the given set of appliances</a:t>
            </a:r>
          </a:p>
          <a:p>
            <a:pPr lvl="1"/>
            <a:r>
              <a:rPr lang="en-US" dirty="0" smtClean="0"/>
              <a:t>Develop a discrete event based simulator that will simulate the appliances at a series of time steps</a:t>
            </a:r>
          </a:p>
          <a:p>
            <a:pPr lvl="1"/>
            <a:r>
              <a:rPr lang="en-US" dirty="0" smtClean="0"/>
              <a:t>Run your algorithm with the simulation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186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Two types of appliances:</a:t>
            </a:r>
          </a:p>
          <a:p>
            <a:pPr lvl="1"/>
            <a:r>
              <a:rPr lang="en-US" dirty="0" smtClean="0"/>
              <a:t>Smart Appliances</a:t>
            </a:r>
          </a:p>
          <a:p>
            <a:pPr lvl="2"/>
            <a:r>
              <a:rPr lang="en-US" dirty="0" smtClean="0"/>
              <a:t>“On” status: regular operation</a:t>
            </a:r>
          </a:p>
          <a:p>
            <a:pPr lvl="2"/>
            <a:r>
              <a:rPr lang="en-US" dirty="0" smtClean="0"/>
              <a:t>“Low” status: energy efficient, lower wattage</a:t>
            </a:r>
          </a:p>
          <a:p>
            <a:pPr lvl="2"/>
            <a:r>
              <a:rPr lang="en-US" dirty="0" smtClean="0"/>
              <a:t>“Off” status: zero wattage</a:t>
            </a:r>
          </a:p>
          <a:p>
            <a:pPr lvl="1"/>
            <a:r>
              <a:rPr lang="en-US" dirty="0" smtClean="0"/>
              <a:t>Regular Appliances</a:t>
            </a:r>
          </a:p>
          <a:p>
            <a:pPr lvl="2"/>
            <a:r>
              <a:rPr lang="en-US" dirty="0" smtClean="0"/>
              <a:t>“On” status: regular operation</a:t>
            </a:r>
          </a:p>
          <a:p>
            <a:pPr lvl="2"/>
            <a:r>
              <a:rPr lang="en-US" dirty="0" smtClean="0"/>
              <a:t>“Off” status: zero wattage</a:t>
            </a:r>
          </a:p>
          <a:p>
            <a:r>
              <a:rPr lang="en-US" dirty="0" smtClean="0"/>
              <a:t>Appliances have the following attributes</a:t>
            </a:r>
          </a:p>
          <a:p>
            <a:pPr lvl="1"/>
            <a:r>
              <a:rPr lang="en-US" dirty="0" smtClean="0"/>
              <a:t>Type (String): smart or regular</a:t>
            </a:r>
          </a:p>
          <a:p>
            <a:pPr lvl="1"/>
            <a:r>
              <a:rPr lang="en-US" dirty="0" smtClean="0"/>
              <a:t>wattage used in “On” state(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wattage used </a:t>
            </a:r>
            <a:r>
              <a:rPr lang="en-US" dirty="0" err="1" smtClean="0"/>
              <a:t>in“Low</a:t>
            </a:r>
            <a:r>
              <a:rPr lang="en-US" dirty="0" smtClean="0"/>
              <a:t>” state (</a:t>
            </a:r>
            <a:r>
              <a:rPr lang="en-US" dirty="0" err="1" smtClean="0"/>
              <a:t>int</a:t>
            </a:r>
            <a:r>
              <a:rPr lang="en-US" dirty="0" smtClean="0"/>
              <a:t>): only smart appliances have this value</a:t>
            </a:r>
          </a:p>
          <a:p>
            <a:pPr lvl="1"/>
            <a:r>
              <a:rPr lang="en-US" dirty="0" smtClean="0"/>
              <a:t>Location (</a:t>
            </a:r>
            <a:r>
              <a:rPr lang="en-US" dirty="0" err="1" smtClean="0"/>
              <a:t>int</a:t>
            </a:r>
            <a:r>
              <a:rPr lang="en-US" dirty="0" smtClean="0"/>
              <a:t>, 8 digit numeric acct): there can be multiple devices at a location</a:t>
            </a:r>
          </a:p>
          <a:p>
            <a:pPr lvl="1"/>
            <a:r>
              <a:rPr lang="en-US" dirty="0" smtClean="0"/>
              <a:t>Unique ID (suggest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52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Appliance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ApplianceGenerator.java</a:t>
            </a:r>
          </a:p>
          <a:p>
            <a:pPr lvl="1"/>
            <a:r>
              <a:rPr lang="en-US" dirty="0" smtClean="0"/>
              <a:t>Generates a list of appliances and location using an input file “ApplianceDetail.txt”</a:t>
            </a:r>
          </a:p>
          <a:p>
            <a:pPr lvl="1"/>
            <a:r>
              <a:rPr lang="en-US" dirty="0" smtClean="0"/>
              <a:t>The list of appliances stored in “output.txt”</a:t>
            </a:r>
          </a:p>
          <a:p>
            <a:r>
              <a:rPr lang="en-US" dirty="0" smtClean="0"/>
              <a:t>E.g. of appliance generated by ApplianceGenerator.java</a:t>
            </a:r>
          </a:p>
          <a:p>
            <a:pPr lvl="1"/>
            <a:r>
              <a:rPr lang="en-US" dirty="0" smtClean="0"/>
              <a:t>10000001,Clothes Washer,1200,0.025,true,0.25</a:t>
            </a:r>
          </a:p>
          <a:p>
            <a:pPr lvl="2"/>
            <a:r>
              <a:rPr lang="en-US" dirty="0" smtClean="0"/>
              <a:t>10000001: location ID</a:t>
            </a:r>
          </a:p>
          <a:p>
            <a:pPr lvl="2"/>
            <a:r>
              <a:rPr lang="en-US" dirty="0" smtClean="0"/>
              <a:t>Clothes Washer: name of appliance</a:t>
            </a:r>
          </a:p>
          <a:p>
            <a:pPr lvl="2"/>
            <a:r>
              <a:rPr lang="en-US" dirty="0" smtClean="0"/>
              <a:t>1200: “On” wattage</a:t>
            </a:r>
          </a:p>
          <a:p>
            <a:pPr lvl="2"/>
            <a:r>
              <a:rPr lang="en-US" dirty="0" smtClean="0"/>
              <a:t>0.025: “On/off” probability during a time step</a:t>
            </a:r>
          </a:p>
          <a:p>
            <a:pPr lvl="2"/>
            <a:r>
              <a:rPr lang="en-US" dirty="0" smtClean="0"/>
              <a:t>True:  True if this is a smart appliance else false for regular  appliance</a:t>
            </a:r>
          </a:p>
          <a:p>
            <a:pPr lvl="2"/>
            <a:r>
              <a:rPr lang="en-US" dirty="0" smtClean="0"/>
              <a:t>0.25: Power reduction percent when changed from “on” to "low" status for smart appliances. (floating point) For this appliance the wattage usage will drop  from 1200W  to 900 W when switched to the “low” status.</a:t>
            </a:r>
          </a:p>
          <a:p>
            <a:pPr lvl="2"/>
            <a:endParaRPr lang="en-US" dirty="0" smtClean="0"/>
          </a:p>
          <a:p>
            <a:pPr marL="1371600" lvl="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7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Your application should be given the following input at the minimum</a:t>
            </a:r>
          </a:p>
          <a:p>
            <a:pPr lvl="1"/>
            <a:r>
              <a:rPr lang="en-US" dirty="0" smtClean="0"/>
              <a:t>Simulation length</a:t>
            </a:r>
          </a:p>
          <a:p>
            <a:pPr lvl="1"/>
            <a:r>
              <a:rPr lang="en-US" dirty="0" smtClean="0"/>
              <a:t>Appliances information and their locations</a:t>
            </a:r>
          </a:p>
          <a:p>
            <a:pPr lvl="1"/>
            <a:r>
              <a:rPr lang="en-US" dirty="0" smtClean="0"/>
              <a:t>User defined warning level(wattage): Power consumption supported by the grid beyond which grid failure may occur.</a:t>
            </a:r>
          </a:p>
          <a:p>
            <a:r>
              <a:rPr lang="en-US" dirty="0" smtClean="0"/>
              <a:t>The application will randomly generate a set of time steps at which you need to check the grid</a:t>
            </a:r>
          </a:p>
          <a:p>
            <a:pPr lvl="1"/>
            <a:r>
              <a:rPr lang="en-US" dirty="0" smtClean="0"/>
              <a:t>If the power consumption exceeds the warning level wattage, your application should select </a:t>
            </a:r>
          </a:p>
          <a:p>
            <a:pPr lvl="2"/>
            <a:r>
              <a:rPr lang="en-US" dirty="0" smtClean="0"/>
              <a:t>Smart appliances to turn to “low” status</a:t>
            </a:r>
          </a:p>
          <a:p>
            <a:pPr lvl="2"/>
            <a:r>
              <a:rPr lang="en-US" dirty="0" smtClean="0"/>
              <a:t>Locations to “brown out” </a:t>
            </a:r>
          </a:p>
          <a:p>
            <a:pPr lvl="1"/>
            <a:r>
              <a:rPr lang="en-US" dirty="0" smtClean="0"/>
              <a:t>And bring the power consumption equal to or below the warning level wattage.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60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Options for Power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Turn the smart appliances from “on” to “low” status</a:t>
            </a:r>
          </a:p>
          <a:p>
            <a:pPr lvl="1"/>
            <a:r>
              <a:rPr lang="en-US" dirty="0" smtClean="0"/>
              <a:t>This will reduce the power supply</a:t>
            </a:r>
          </a:p>
          <a:p>
            <a:r>
              <a:rPr lang="en-US" dirty="0" smtClean="0"/>
              <a:t>“Brown out” a location</a:t>
            </a:r>
          </a:p>
          <a:p>
            <a:pPr lvl="1"/>
            <a:r>
              <a:rPr lang="en-US" dirty="0" smtClean="0"/>
              <a:t>Turn “off” ALL the devices in a location</a:t>
            </a:r>
          </a:p>
          <a:p>
            <a:pPr lvl="1"/>
            <a:r>
              <a:rPr lang="en-US" dirty="0" smtClean="0"/>
              <a:t>Remember that regular devices at a location can only be turned off by using a “brown out” operation.</a:t>
            </a:r>
          </a:p>
          <a:p>
            <a:pPr lvl="2"/>
            <a:r>
              <a:rPr lang="en-US" dirty="0" smtClean="0"/>
              <a:t>Regular devices cannot be individually turned “off”</a:t>
            </a:r>
          </a:p>
        </p:txBody>
      </p:sp>
    </p:spTree>
    <p:extLst>
      <p:ext uri="{BB962C8B-B14F-4D97-AF65-F5344CB8AC3E}">
        <p14:creationId xmlns:p14="http://schemas.microsoft.com/office/powerpoint/2010/main" val="243558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strategies for power control?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select the smart appliances  for turning it down to “low” status?</a:t>
            </a:r>
          </a:p>
          <a:p>
            <a:r>
              <a:rPr lang="en-US" dirty="0" smtClean="0"/>
              <a:t>How to select the location to “brown out”?</a:t>
            </a:r>
          </a:p>
          <a:p>
            <a:r>
              <a:rPr lang="en-US" dirty="0" smtClean="0"/>
              <a:t>All depends on what you are trying to optimize</a:t>
            </a:r>
          </a:p>
          <a:p>
            <a:pPr lvl="1"/>
            <a:r>
              <a:rPr lang="en-US" dirty="0" smtClean="0"/>
              <a:t>Minimizing the effect – how? </a:t>
            </a:r>
          </a:p>
          <a:p>
            <a:pPr lvl="2"/>
            <a:r>
              <a:rPr lang="en-US" dirty="0" smtClean="0"/>
              <a:t>Based on the total number of devices turned off?</a:t>
            </a:r>
          </a:p>
          <a:p>
            <a:pPr lvl="2"/>
            <a:r>
              <a:rPr lang="en-US" dirty="0" smtClean="0"/>
              <a:t>Based on the average number of devices per location turned off?</a:t>
            </a:r>
          </a:p>
          <a:p>
            <a:pPr lvl="2"/>
            <a:r>
              <a:rPr lang="en-US" dirty="0" smtClean="0"/>
              <a:t>Based on the number of location “browned off”?</a:t>
            </a:r>
          </a:p>
          <a:p>
            <a:pPr lvl="2"/>
            <a:r>
              <a:rPr lang="en-US" dirty="0" smtClean="0"/>
              <a:t>Or some other criteria?</a:t>
            </a:r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Discrete Event Simulator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 Event Simulator</a:t>
            </a:r>
          </a:p>
          <a:p>
            <a:pPr lvl="1"/>
            <a:r>
              <a:rPr lang="en-US" dirty="0" smtClean="0"/>
              <a:t>Simulate the behavior of a system as a set of discrete “time events”</a:t>
            </a:r>
          </a:p>
          <a:p>
            <a:pPr lvl="1"/>
            <a:r>
              <a:rPr lang="en-US" dirty="0" smtClean="0"/>
              <a:t>For this project, we assume that at each time event, the status of the appliances change from “on” to “off” and vice versa.</a:t>
            </a:r>
          </a:p>
          <a:p>
            <a:r>
              <a:rPr lang="en-US" dirty="0" smtClean="0"/>
              <a:t>EventSimulator.java</a:t>
            </a:r>
          </a:p>
          <a:p>
            <a:pPr lvl="1"/>
            <a:r>
              <a:rPr lang="en-US" dirty="0" smtClean="0"/>
              <a:t>Provided with the project</a:t>
            </a:r>
          </a:p>
          <a:p>
            <a:pPr lvl="1"/>
            <a:r>
              <a:rPr lang="en-US" dirty="0" smtClean="0"/>
              <a:t>Code to randomly generate time steps over the simulation length (provided as user input to the application)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41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Create slides in </a:t>
            </a:r>
            <a:r>
              <a:rPr lang="en-US" dirty="0" err="1"/>
              <a:t>Powerpoint</a:t>
            </a:r>
            <a:r>
              <a:rPr lang="en-US" dirty="0"/>
              <a:t> with the following information</a:t>
            </a:r>
            <a:endParaRPr lang="en-US" sz="2400" dirty="0"/>
          </a:p>
          <a:p>
            <a:pPr lvl="1"/>
            <a:r>
              <a:rPr lang="en-US" dirty="0"/>
              <a:t>Design info:</a:t>
            </a:r>
            <a:endParaRPr lang="en-US" sz="2000" dirty="0"/>
          </a:p>
          <a:p>
            <a:pPr lvl="2"/>
            <a:r>
              <a:rPr lang="en-US" dirty="0"/>
              <a:t>A design for the project using class diagram designs</a:t>
            </a:r>
            <a:endParaRPr lang="en-US" sz="1600" dirty="0"/>
          </a:p>
          <a:p>
            <a:pPr lvl="2"/>
            <a:r>
              <a:rPr lang="en-US" dirty="0"/>
              <a:t>Create Class Diagrams for all the requirements. </a:t>
            </a:r>
            <a:endParaRPr lang="en-US" sz="1600" dirty="0"/>
          </a:p>
          <a:p>
            <a:pPr lvl="2"/>
            <a:r>
              <a:rPr lang="en-US" dirty="0"/>
              <a:t>Show the associations between the classes</a:t>
            </a:r>
            <a:endParaRPr lang="en-US" sz="1600" dirty="0"/>
          </a:p>
          <a:p>
            <a:pPr lvl="2"/>
            <a:r>
              <a:rPr lang="en-US" dirty="0"/>
              <a:t>Add Attributes to the Class Diagrams. </a:t>
            </a:r>
            <a:endParaRPr lang="en-US" sz="1600" dirty="0"/>
          </a:p>
          <a:p>
            <a:pPr lvl="2"/>
            <a:r>
              <a:rPr lang="en-US" u="sng" dirty="0"/>
              <a:t>Create appropriate test cases </a:t>
            </a:r>
            <a:r>
              <a:rPr lang="en-US" dirty="0"/>
              <a:t>(tables with short descriptions; as you did for lab 6).</a:t>
            </a:r>
            <a:endParaRPr lang="en-US" sz="1600" dirty="0"/>
          </a:p>
          <a:p>
            <a:pPr lvl="3"/>
            <a:r>
              <a:rPr lang="en-US" dirty="0"/>
              <a:t>A description of your algorithm to change the status from “on” to “low” for smart appliances and strategy to “brown out” locations.</a:t>
            </a:r>
            <a:endParaRPr lang="en-US" sz="1400" dirty="0"/>
          </a:p>
          <a:p>
            <a:pPr lvl="0"/>
            <a:r>
              <a:rPr lang="en-US" dirty="0"/>
              <a:t>Source code </a:t>
            </a:r>
            <a:endParaRPr lang="en-US" sz="2400" dirty="0"/>
          </a:p>
          <a:p>
            <a:pPr lvl="0"/>
            <a:r>
              <a:rPr lang="en-US" dirty="0"/>
              <a:t>Compiled </a:t>
            </a:r>
            <a:r>
              <a:rPr lang="en-US" dirty="0" smtClean="0"/>
              <a:t>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93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Start NOW!</a:t>
            </a:r>
          </a:p>
          <a:p>
            <a:r>
              <a:rPr lang="en-US" dirty="0" smtClean="0"/>
              <a:t>Work methodically</a:t>
            </a:r>
          </a:p>
          <a:p>
            <a:r>
              <a:rPr lang="en-US" dirty="0" smtClean="0"/>
              <a:t>Suggested plan of action:</a:t>
            </a:r>
          </a:p>
          <a:p>
            <a:pPr lvl="1"/>
            <a:r>
              <a:rPr lang="en-US" dirty="0" smtClean="0"/>
              <a:t>Week of 04/11:</a:t>
            </a:r>
          </a:p>
          <a:p>
            <a:pPr lvl="2"/>
            <a:r>
              <a:rPr lang="en-US" dirty="0" smtClean="0"/>
              <a:t>Design your service and client class</a:t>
            </a:r>
          </a:p>
          <a:p>
            <a:pPr lvl="2"/>
            <a:r>
              <a:rPr lang="en-US" dirty="0" smtClean="0"/>
              <a:t>What is your criteria for managing the power?</a:t>
            </a:r>
          </a:p>
          <a:p>
            <a:pPr lvl="2"/>
            <a:r>
              <a:rPr lang="en-US" dirty="0" smtClean="0"/>
              <a:t>Design your algorithm for switching smart devices to “low” and your “brown out” policy</a:t>
            </a:r>
          </a:p>
          <a:p>
            <a:pPr lvl="2"/>
            <a:r>
              <a:rPr lang="en-US" dirty="0" smtClean="0"/>
              <a:t>Discuss with your instructor</a:t>
            </a:r>
          </a:p>
          <a:p>
            <a:pPr lvl="1"/>
            <a:r>
              <a:rPr lang="en-US" dirty="0" smtClean="0"/>
              <a:t>Week of 04/18:</a:t>
            </a:r>
          </a:p>
          <a:p>
            <a:pPr lvl="2"/>
            <a:r>
              <a:rPr lang="en-US" dirty="0" smtClean="0"/>
              <a:t>Complete implementation</a:t>
            </a:r>
          </a:p>
          <a:p>
            <a:pPr lvl="1"/>
            <a:r>
              <a:rPr lang="en-US" dirty="0" smtClean="0"/>
              <a:t>Week of 04/25:</a:t>
            </a:r>
          </a:p>
          <a:p>
            <a:pPr lvl="2"/>
            <a:r>
              <a:rPr lang="en-US" dirty="0" smtClean="0"/>
              <a:t>Testing and refining your design</a:t>
            </a:r>
          </a:p>
          <a:p>
            <a:pPr lvl="2"/>
            <a:r>
              <a:rPr lang="en-US" smtClean="0"/>
              <a:t>Prepare slides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49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811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Project</vt:lpstr>
      <vt:lpstr>Power Usage Simulation System</vt:lpstr>
      <vt:lpstr>Appliances</vt:lpstr>
      <vt:lpstr>Appliance Input</vt:lpstr>
      <vt:lpstr>Power Simulation</vt:lpstr>
      <vt:lpstr>Options for Power Control</vt:lpstr>
      <vt:lpstr>What are the strategies for power control?</vt:lpstr>
      <vt:lpstr>Sample Discrete Event Simulator code</vt:lpstr>
      <vt:lpstr>Deliverables</vt:lpstr>
      <vt:lpstr>Recommendations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john korah</dc:creator>
  <cp:lastModifiedBy>john korah</cp:lastModifiedBy>
  <cp:revision>24</cp:revision>
  <dcterms:created xsi:type="dcterms:W3CDTF">2016-04-11T14:55:42Z</dcterms:created>
  <dcterms:modified xsi:type="dcterms:W3CDTF">2016-04-11T18:29:57Z</dcterms:modified>
</cp:coreProperties>
</file>